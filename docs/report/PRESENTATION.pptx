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61" r:id="rId2"/>
    <p:sldId id="258" r:id="rId3"/>
    <p:sldId id="257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30" autoAdjust="0"/>
    <p:restoredTop sz="94624" autoAdjust="0"/>
  </p:normalViewPr>
  <p:slideViewPr>
    <p:cSldViewPr>
      <p:cViewPr varScale="1">
        <p:scale>
          <a:sx n="69" d="100"/>
          <a:sy n="69" d="100"/>
        </p:scale>
        <p:origin x="-138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C431D-E39D-4CE0-84CB-E61CE9560DDD}" type="datetimeFigureOut">
              <a:rPr lang="en-US" smtClean="0"/>
              <a:pPr/>
              <a:t>1/2/2020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F5A4629D-CB43-4483-9BA3-3A1E97D4ED8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C431D-E39D-4CE0-84CB-E61CE9560DDD}" type="datetimeFigureOut">
              <a:rPr lang="en-US" smtClean="0"/>
              <a:pPr/>
              <a:t>1/2/2020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F5A4629D-CB43-4483-9BA3-3A1E97D4ED8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C431D-E39D-4CE0-84CB-E61CE9560DDD}" type="datetimeFigureOut">
              <a:rPr lang="en-US" smtClean="0"/>
              <a:pPr/>
              <a:t>1/2/2020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F5A4629D-CB43-4483-9BA3-3A1E97D4ED8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B82C431D-E39D-4CE0-84CB-E61CE9560DDD}" type="datetimeFigureOut">
              <a:rPr lang="en-US" smtClean="0"/>
              <a:pPr/>
              <a:t>1/2/2020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4629D-CB43-4483-9BA3-3A1E97D4ED8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C431D-E39D-4CE0-84CB-E61CE9560DDD}" type="datetimeFigureOut">
              <a:rPr lang="en-US" smtClean="0"/>
              <a:pPr/>
              <a:t>1/2/2020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F5A4629D-CB43-4483-9BA3-3A1E97D4ED8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C431D-E39D-4CE0-84CB-E61CE9560DDD}" type="datetimeFigureOut">
              <a:rPr lang="en-US" smtClean="0"/>
              <a:pPr/>
              <a:t>1/2/2020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F5A4629D-CB43-4483-9BA3-3A1E97D4ED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C431D-E39D-4CE0-84CB-E61CE9560DDD}" type="datetimeFigureOut">
              <a:rPr lang="en-US" smtClean="0"/>
              <a:pPr/>
              <a:t>1/2/2020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5A4629D-CB43-4483-9BA3-3A1E97D4ED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F5A4629D-CB43-4483-9BA3-3A1E97D4ED8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C431D-E39D-4CE0-84CB-E61CE9560DDD}" type="datetimeFigureOut">
              <a:rPr lang="en-US" smtClean="0"/>
              <a:pPr/>
              <a:t>1/2/2020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F5A4629D-CB43-4483-9BA3-3A1E97D4ED8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B82C431D-E39D-4CE0-84CB-E61CE9560DDD}" type="datetimeFigureOut">
              <a:rPr lang="en-US" smtClean="0"/>
              <a:pPr/>
              <a:t>1/2/2020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C431D-E39D-4CE0-84CB-E61CE9560DDD}" type="datetimeFigureOut">
              <a:rPr lang="en-US" smtClean="0"/>
              <a:pPr/>
              <a:t>1/2/2020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4629D-CB43-4483-9BA3-3A1E97D4ED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F5A4629D-CB43-4483-9BA3-3A1E97D4ED8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C431D-E39D-4CE0-84CB-E61CE9560DDD}" type="datetimeFigureOut">
              <a:rPr lang="en-US" smtClean="0"/>
              <a:pPr/>
              <a:t>1/2/2020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B82C431D-E39D-4CE0-84CB-E61CE9560DDD}" type="datetimeFigureOut">
              <a:rPr lang="en-US" smtClean="0"/>
              <a:pPr/>
              <a:t>1/2/2020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F5A4629D-CB43-4483-9BA3-3A1E97D4ED8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5300" dirty="0" smtClean="0"/>
              <a:t>MOVIE</a:t>
            </a:r>
            <a:r>
              <a:rPr lang="en-US" dirty="0" smtClean="0"/>
              <a:t>    </a:t>
            </a:r>
            <a:r>
              <a:rPr lang="en-US" sz="5300" dirty="0" smtClean="0"/>
              <a:t>TICKET  BOOKING</a:t>
            </a:r>
            <a:endParaRPr lang="en-US" sz="5300" dirty="0"/>
          </a:p>
        </p:txBody>
      </p:sp>
      <p:sp>
        <p:nvSpPr>
          <p:cNvPr id="3" name="Rectangle 2"/>
          <p:cNvSpPr/>
          <p:nvPr/>
        </p:nvSpPr>
        <p:spPr>
          <a:xfrm>
            <a:off x="1746546" y="2967335"/>
            <a:ext cx="6559254" cy="236988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DONE BY:</a:t>
            </a:r>
          </a:p>
          <a:p>
            <a:r>
              <a:rPr lang="en-US" sz="4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A.T.PRANAV VARSHAN</a:t>
            </a:r>
            <a:endParaRPr lang="en-US" sz="4400" b="1" dirty="0" smtClean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  <a:p>
            <a:pPr algn="ctr"/>
            <a:r>
              <a:rPr lang="en-U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 </a:t>
            </a:r>
            <a:r>
              <a:rPr lang="en-U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                 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INTRODUCTION</a:t>
            </a:r>
            <a:endParaRPr lang="en-US" b="1" u="sng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BOOKING MOVIE TICKETS </a:t>
            </a:r>
          </a:p>
          <a:p>
            <a:endParaRPr lang="en-US" dirty="0"/>
          </a:p>
          <a:p>
            <a:r>
              <a:rPr lang="en-US" dirty="0" smtClean="0"/>
              <a:t>You can book your tickets by ticket booking app</a:t>
            </a:r>
          </a:p>
          <a:p>
            <a:r>
              <a:rPr lang="en-US" dirty="0" smtClean="0"/>
              <a:t>You can have more option like AC or NON AC</a:t>
            </a:r>
          </a:p>
          <a:p>
            <a:r>
              <a:rPr lang="en-US" dirty="0" smtClean="0"/>
              <a:t>You can also book with high quality of music effect with more fun</a:t>
            </a:r>
          </a:p>
          <a:p>
            <a:r>
              <a:rPr lang="en-US" dirty="0" smtClean="0"/>
              <a:t>You can also book theatre which is  can have snacks  for enjoying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FUNCTION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IN" b="1" i="1" dirty="0" smtClean="0">
                <a:latin typeface="Aharoni" pitchFamily="2" charset="-79"/>
                <a:cs typeface="Aharoni" pitchFamily="2" charset="-79"/>
              </a:rPr>
              <a:t>It works on the basic principle of the linking python  and a database .</a:t>
            </a:r>
          </a:p>
          <a:p>
            <a:r>
              <a:rPr lang="en-IN" b="1" i="1" dirty="0" smtClean="0">
                <a:latin typeface="Aharoni" pitchFamily="2" charset="-79"/>
                <a:cs typeface="Aharoni" pitchFamily="2" charset="-79"/>
              </a:rPr>
              <a:t>At first , the command will be given in python software afterwards the command will be sent to the database.</a:t>
            </a:r>
          </a:p>
          <a:p>
            <a:r>
              <a:rPr lang="en-IN" b="1" i="1" dirty="0" smtClean="0">
                <a:latin typeface="Aharoni" pitchFamily="2" charset="-79"/>
                <a:cs typeface="Aharoni" pitchFamily="2" charset="-79"/>
              </a:rPr>
              <a:t>There in the database the command will fetch the demanded data and it will it to the python software.</a:t>
            </a:r>
          </a:p>
          <a:p>
            <a:r>
              <a:rPr lang="en-IN" b="1" i="1" dirty="0" smtClean="0">
                <a:latin typeface="Aharoni" pitchFamily="2" charset="-79"/>
                <a:cs typeface="Aharoni" pitchFamily="2" charset="-79"/>
              </a:rPr>
              <a:t>Then the required output will be shown the python software.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u="sng" dirty="0" smtClean="0"/>
              <a:t/>
            </a:r>
            <a:br>
              <a:rPr lang="en-US" u="sng" dirty="0" smtClean="0"/>
            </a:br>
            <a:r>
              <a:rPr lang="en-US" u="sng" dirty="0" smtClean="0"/>
              <a:t/>
            </a:r>
            <a:br>
              <a:rPr lang="en-US" u="sng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b="1" u="sng" dirty="0" smtClean="0"/>
              <a:t>OUTPUT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600200"/>
            <a:ext cx="8001000" cy="4576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FUTURESCOPE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dirty="0" smtClean="0"/>
              <a:t>If this software is developed with help of a big database like oracle , the software’s demand will further increase.</a:t>
            </a:r>
          </a:p>
          <a:p>
            <a:r>
              <a:rPr lang="en-IN" dirty="0" smtClean="0"/>
              <a:t>As this software is very cheap, its affordability will be more.</a:t>
            </a:r>
          </a:p>
          <a:p>
            <a:r>
              <a:rPr lang="en-IN" dirty="0" smtClean="0"/>
              <a:t>In future this software will be in more demand</a:t>
            </a:r>
          </a:p>
          <a:p>
            <a:pPr>
              <a:buNone/>
            </a:pPr>
            <a:r>
              <a:rPr lang="en-IN" dirty="0" smtClean="0"/>
              <a:t>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23</TotalTime>
  <Words>169</Words>
  <Application>Microsoft Office PowerPoint</Application>
  <PresentationFormat>On-screen Show (4:3)</PresentationFormat>
  <Paragraphs>22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Civic</vt:lpstr>
      <vt:lpstr>MOVIE    TICKET  BOOKING</vt:lpstr>
      <vt:lpstr>INTRODUCTION</vt:lpstr>
      <vt:lpstr>FUNCTION</vt:lpstr>
      <vt:lpstr>   OUTPUT</vt:lpstr>
      <vt:lpstr>FUTURESCOPE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student</dc:creator>
  <cp:lastModifiedBy>student</cp:lastModifiedBy>
  <cp:revision>3</cp:revision>
  <dcterms:created xsi:type="dcterms:W3CDTF">2020-01-01T06:37:30Z</dcterms:created>
  <dcterms:modified xsi:type="dcterms:W3CDTF">2020-01-02T03:51:08Z</dcterms:modified>
</cp:coreProperties>
</file>